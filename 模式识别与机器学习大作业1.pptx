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D817D4-6AD5-47CD-BF93-431C50933DD1}" type="doc">
      <dgm:prSet loTypeId="urn:microsoft.com/office/officeart/2005/8/layout/hierarchy3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657567E9-D247-4615-B299-D5E52C2E1CD3}">
      <dgm:prSet phldrT="[文本]" custT="1"/>
      <dgm:spPr/>
      <dgm:t>
        <a:bodyPr/>
        <a:lstStyle/>
        <a:p>
          <a:r>
            <a:rPr lang="zh-CN" altLang="en-US" sz="2000" dirty="0"/>
            <a:t>张三</a:t>
          </a:r>
          <a:r>
            <a:rPr lang="en-US" altLang="zh-CN" sz="2000" dirty="0"/>
            <a:t>+S2024xxxxx</a:t>
          </a:r>
          <a:endParaRPr lang="zh-CN" altLang="en-US" sz="2000" dirty="0"/>
        </a:p>
      </dgm:t>
    </dgm:pt>
    <dgm:pt modelId="{37BB6350-B063-4EB3-97F2-94D10454D6E6}" type="parTrans" cxnId="{8A652D0E-7205-4078-9728-D5A5FE5D13BD}">
      <dgm:prSet/>
      <dgm:spPr/>
      <dgm:t>
        <a:bodyPr/>
        <a:lstStyle/>
        <a:p>
          <a:endParaRPr lang="zh-CN" altLang="en-US"/>
        </a:p>
      </dgm:t>
    </dgm:pt>
    <dgm:pt modelId="{9BDB21E6-9DCC-4DDD-A188-C34259E5608B}" type="sibTrans" cxnId="{8A652D0E-7205-4078-9728-D5A5FE5D13BD}">
      <dgm:prSet/>
      <dgm:spPr/>
      <dgm:t>
        <a:bodyPr/>
        <a:lstStyle/>
        <a:p>
          <a:endParaRPr lang="zh-CN" altLang="en-US"/>
        </a:p>
      </dgm:t>
    </dgm:pt>
    <dgm:pt modelId="{EECB2B89-8676-472D-B377-3D17740D9673}">
      <dgm:prSet phldrT="[文本]" custT="1"/>
      <dgm:spPr/>
      <dgm:t>
        <a:bodyPr/>
        <a:lstStyle/>
        <a:p>
          <a:r>
            <a:rPr lang="zh-CN" altLang="en-US" sz="1600" dirty="0"/>
            <a:t>算法设计报告</a:t>
          </a:r>
          <a:endParaRPr lang="en-US" altLang="zh-CN" sz="1600" dirty="0"/>
        </a:p>
        <a:p>
          <a:r>
            <a:rPr lang="zh-CN" altLang="en-US" sz="1600" dirty="0"/>
            <a:t>（</a:t>
          </a:r>
          <a:r>
            <a:rPr lang="en-US" altLang="zh-CN" sz="1600" dirty="0"/>
            <a:t>Word</a:t>
          </a:r>
          <a:r>
            <a:rPr lang="zh-CN" altLang="en-US" sz="1600" dirty="0"/>
            <a:t>或</a:t>
          </a:r>
          <a:r>
            <a:rPr lang="en-US" altLang="zh-CN" sz="1600" dirty="0"/>
            <a:t>pdf</a:t>
          </a:r>
          <a:r>
            <a:rPr lang="zh-CN" altLang="en-US" sz="1600" dirty="0"/>
            <a:t>）</a:t>
          </a:r>
        </a:p>
      </dgm:t>
    </dgm:pt>
    <dgm:pt modelId="{9743BCE6-9DA3-4804-95A9-03A836178159}" type="parTrans" cxnId="{882257AE-B4A6-437F-9811-94F5DA7F8E11}">
      <dgm:prSet/>
      <dgm:spPr/>
      <dgm:t>
        <a:bodyPr/>
        <a:lstStyle/>
        <a:p>
          <a:endParaRPr lang="zh-CN" altLang="en-US" sz="1200"/>
        </a:p>
      </dgm:t>
    </dgm:pt>
    <dgm:pt modelId="{2EAD6D8F-7C38-4B6E-B625-FAF128D90A71}" type="sibTrans" cxnId="{882257AE-B4A6-437F-9811-94F5DA7F8E11}">
      <dgm:prSet/>
      <dgm:spPr/>
      <dgm:t>
        <a:bodyPr/>
        <a:lstStyle/>
        <a:p>
          <a:endParaRPr lang="zh-CN" altLang="en-US"/>
        </a:p>
      </dgm:t>
    </dgm:pt>
    <dgm:pt modelId="{506C12AA-1F26-4D50-B1C1-DB7930907E2D}">
      <dgm:prSet phldrT="[文本]" custT="1"/>
      <dgm:spPr/>
      <dgm:t>
        <a:bodyPr/>
        <a:lstStyle/>
        <a:p>
          <a:r>
            <a:rPr lang="zh-CN" altLang="en-US" sz="1600" dirty="0"/>
            <a:t>扩增数据集（</a:t>
          </a:r>
          <a:r>
            <a:rPr lang="en-US" altLang="zh-CN" sz="1600" dirty="0"/>
            <a:t>.zip</a:t>
          </a:r>
          <a:r>
            <a:rPr lang="zh-CN" altLang="en-US" sz="1600" dirty="0"/>
            <a:t>或</a:t>
          </a:r>
          <a:r>
            <a:rPr lang="en-US" altLang="zh-CN" sz="1600" dirty="0"/>
            <a:t>.</a:t>
          </a:r>
          <a:r>
            <a:rPr lang="en-US" altLang="zh-CN" sz="1600" dirty="0" err="1"/>
            <a:t>rar</a:t>
          </a:r>
          <a:r>
            <a:rPr lang="zh-CN" altLang="en-US" sz="1600" dirty="0"/>
            <a:t>）</a:t>
          </a:r>
        </a:p>
      </dgm:t>
    </dgm:pt>
    <dgm:pt modelId="{2A5D1CAD-4DB1-4783-AB0F-1571F76FBB64}" type="parTrans" cxnId="{FD6C4201-1C0D-447E-B1C2-12A46DDA61C6}">
      <dgm:prSet/>
      <dgm:spPr/>
      <dgm:t>
        <a:bodyPr/>
        <a:lstStyle/>
        <a:p>
          <a:endParaRPr lang="zh-CN" altLang="en-US" sz="1200"/>
        </a:p>
      </dgm:t>
    </dgm:pt>
    <dgm:pt modelId="{69EBB5B2-B2F5-4A7A-A5EA-2903D7616F3B}" type="sibTrans" cxnId="{FD6C4201-1C0D-447E-B1C2-12A46DDA61C6}">
      <dgm:prSet/>
      <dgm:spPr/>
      <dgm:t>
        <a:bodyPr/>
        <a:lstStyle/>
        <a:p>
          <a:endParaRPr lang="zh-CN" altLang="en-US"/>
        </a:p>
      </dgm:t>
    </dgm:pt>
    <dgm:pt modelId="{7AFD9EA3-B742-4104-B010-DFFD40055B0C}">
      <dgm:prSet phldrT="[文本]" custT="1"/>
      <dgm:spPr/>
      <dgm:t>
        <a:bodyPr/>
        <a:lstStyle/>
        <a:p>
          <a:r>
            <a:rPr lang="zh-CN" altLang="en-US" sz="1100" dirty="0"/>
            <a:t>图像文件夹（</a:t>
          </a:r>
          <a:r>
            <a:rPr lang="en-US" altLang="zh-CN" sz="1100" dirty="0"/>
            <a:t>.jpg</a:t>
          </a:r>
          <a:r>
            <a:rPr lang="zh-CN" altLang="en-US" sz="1100" dirty="0"/>
            <a:t>或</a:t>
          </a:r>
          <a:r>
            <a:rPr lang="en-US" altLang="zh-CN" sz="1100" dirty="0"/>
            <a:t>.</a:t>
          </a:r>
          <a:r>
            <a:rPr lang="en-US" altLang="zh-CN" sz="1100" dirty="0" err="1"/>
            <a:t>png</a:t>
          </a:r>
          <a:r>
            <a:rPr lang="zh-CN" altLang="en-US" sz="1100" dirty="0"/>
            <a:t>）</a:t>
          </a:r>
        </a:p>
      </dgm:t>
    </dgm:pt>
    <dgm:pt modelId="{3C1227EB-59AD-4AAF-A48C-DBA3ECAA7E54}" type="parTrans" cxnId="{AF4F001D-4EAD-4B0E-98C1-969D42069C7A}">
      <dgm:prSet/>
      <dgm:spPr/>
      <dgm:t>
        <a:bodyPr/>
        <a:lstStyle/>
        <a:p>
          <a:endParaRPr lang="zh-CN" altLang="en-US"/>
        </a:p>
      </dgm:t>
    </dgm:pt>
    <dgm:pt modelId="{5D574FB3-F999-4F07-A2CB-879FB39E4996}" type="sibTrans" cxnId="{AF4F001D-4EAD-4B0E-98C1-969D42069C7A}">
      <dgm:prSet/>
      <dgm:spPr/>
      <dgm:t>
        <a:bodyPr/>
        <a:lstStyle/>
        <a:p>
          <a:endParaRPr lang="zh-CN" altLang="en-US"/>
        </a:p>
      </dgm:t>
    </dgm:pt>
    <dgm:pt modelId="{496E6FF1-3A7F-42EA-A8B2-23A67975E380}">
      <dgm:prSet phldrT="[文本]" custT="1"/>
      <dgm:spPr/>
      <dgm:t>
        <a:bodyPr/>
        <a:lstStyle/>
        <a:p>
          <a:r>
            <a:rPr lang="zh-CN" altLang="en-US" sz="1100" dirty="0"/>
            <a:t>对应标签文件（</a:t>
          </a:r>
          <a:r>
            <a:rPr lang="en-US" altLang="zh-CN" sz="1100" dirty="0"/>
            <a:t>.txt</a:t>
          </a:r>
          <a:r>
            <a:rPr lang="zh-CN" altLang="en-US" sz="1100" dirty="0"/>
            <a:t>）</a:t>
          </a:r>
        </a:p>
      </dgm:t>
    </dgm:pt>
    <dgm:pt modelId="{0F5471DE-237C-4ABA-8BB0-FE341B5F59F8}" type="parTrans" cxnId="{7C33427B-5A95-4F58-A13A-19DAAB2C93DE}">
      <dgm:prSet/>
      <dgm:spPr/>
      <dgm:t>
        <a:bodyPr/>
        <a:lstStyle/>
        <a:p>
          <a:endParaRPr lang="zh-CN" altLang="en-US"/>
        </a:p>
      </dgm:t>
    </dgm:pt>
    <dgm:pt modelId="{AE47EB00-3902-423C-8CD0-F37A5FB42628}" type="sibTrans" cxnId="{7C33427B-5A95-4F58-A13A-19DAAB2C93DE}">
      <dgm:prSet/>
      <dgm:spPr/>
      <dgm:t>
        <a:bodyPr/>
        <a:lstStyle/>
        <a:p>
          <a:endParaRPr lang="zh-CN" altLang="en-US"/>
        </a:p>
      </dgm:t>
    </dgm:pt>
    <dgm:pt modelId="{7EA96544-C0A2-40DE-918C-6E307BFBE781}">
      <dgm:prSet phldrT="[文本]" custT="1"/>
      <dgm:spPr/>
      <dgm:t>
        <a:bodyPr/>
        <a:lstStyle/>
        <a:p>
          <a:r>
            <a:rPr lang="zh-CN" altLang="en-US" sz="1600" dirty="0"/>
            <a:t>可供测试验证的执行文件</a:t>
          </a:r>
          <a:endParaRPr lang="en-US" altLang="zh-CN" sz="1600" dirty="0"/>
        </a:p>
        <a:p>
          <a:r>
            <a:rPr lang="zh-CN" altLang="en-US" sz="1600" dirty="0"/>
            <a:t>命名为（</a:t>
          </a:r>
          <a:r>
            <a:rPr lang="en-US" altLang="zh-CN" sz="1600" dirty="0">
              <a:solidFill>
                <a:srgbClr val="FF0000"/>
              </a:solidFill>
            </a:rPr>
            <a:t>test.sh</a:t>
          </a:r>
          <a:r>
            <a:rPr lang="zh-CN" altLang="en-US" sz="1600" dirty="0"/>
            <a:t>）</a:t>
          </a:r>
        </a:p>
      </dgm:t>
    </dgm:pt>
    <dgm:pt modelId="{53F05871-A8A7-4778-9C2B-B43E6C0724D6}" type="parTrans" cxnId="{ACA35B51-FE98-4FCA-AA05-01FC1CCE7E2E}">
      <dgm:prSet/>
      <dgm:spPr/>
      <dgm:t>
        <a:bodyPr/>
        <a:lstStyle/>
        <a:p>
          <a:endParaRPr lang="zh-CN" altLang="en-US" sz="1200"/>
        </a:p>
      </dgm:t>
    </dgm:pt>
    <dgm:pt modelId="{783D2E9C-C2AA-45D8-9A25-A6AA28CAB4E7}" type="sibTrans" cxnId="{ACA35B51-FE98-4FCA-AA05-01FC1CCE7E2E}">
      <dgm:prSet/>
      <dgm:spPr/>
      <dgm:t>
        <a:bodyPr/>
        <a:lstStyle/>
        <a:p>
          <a:endParaRPr lang="zh-CN" altLang="en-US"/>
        </a:p>
      </dgm:t>
    </dgm:pt>
    <dgm:pt modelId="{3208A7A7-47E1-447C-B8F5-D21CE7949139}">
      <dgm:prSet phldrT="[文本]" custT="1"/>
      <dgm:spPr/>
      <dgm:t>
        <a:bodyPr/>
        <a:lstStyle/>
        <a:p>
          <a:r>
            <a:rPr lang="zh-CN" altLang="en-US" sz="1600" dirty="0"/>
            <a:t>识别结果文件</a:t>
          </a:r>
        </a:p>
      </dgm:t>
    </dgm:pt>
    <dgm:pt modelId="{817CD1BC-6B01-4C67-AE7C-AAE928EEB921}" type="parTrans" cxnId="{CB7A49DA-3F20-4950-AD85-C1D112FDDFA1}">
      <dgm:prSet/>
      <dgm:spPr/>
      <dgm:t>
        <a:bodyPr/>
        <a:lstStyle/>
        <a:p>
          <a:endParaRPr lang="zh-CN" altLang="en-US"/>
        </a:p>
      </dgm:t>
    </dgm:pt>
    <dgm:pt modelId="{9AF1D070-2DDB-44B7-88E9-CE3F2AAD5F6D}" type="sibTrans" cxnId="{CB7A49DA-3F20-4950-AD85-C1D112FDDFA1}">
      <dgm:prSet/>
      <dgm:spPr/>
      <dgm:t>
        <a:bodyPr/>
        <a:lstStyle/>
        <a:p>
          <a:endParaRPr lang="zh-CN" altLang="en-US"/>
        </a:p>
      </dgm:t>
    </dgm:pt>
    <dgm:pt modelId="{51437127-5181-4660-8EEF-526E9439C282}" type="pres">
      <dgm:prSet presAssocID="{4FD817D4-6AD5-47CD-BF93-431C50933DD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723417B2-8AE7-47EA-AA10-D68AD5CBD677}" type="pres">
      <dgm:prSet presAssocID="{657567E9-D247-4615-B299-D5E52C2E1CD3}" presName="root" presStyleCnt="0"/>
      <dgm:spPr/>
    </dgm:pt>
    <dgm:pt modelId="{B548EEE4-75DD-4B77-9E82-2F160048E160}" type="pres">
      <dgm:prSet presAssocID="{657567E9-D247-4615-B299-D5E52C2E1CD3}" presName="rootComposite" presStyleCnt="0"/>
      <dgm:spPr/>
    </dgm:pt>
    <dgm:pt modelId="{23306AB9-42F6-4109-8579-77D9B663466E}" type="pres">
      <dgm:prSet presAssocID="{657567E9-D247-4615-B299-D5E52C2E1CD3}" presName="rootText" presStyleLbl="node1" presStyleIdx="0" presStyleCnt="1" custScaleX="154549" custScaleY="98889"/>
      <dgm:spPr/>
      <dgm:t>
        <a:bodyPr/>
        <a:lstStyle/>
        <a:p>
          <a:endParaRPr lang="zh-CN" altLang="en-US"/>
        </a:p>
      </dgm:t>
    </dgm:pt>
    <dgm:pt modelId="{7C022C45-8D39-4B2A-9622-E0EF77BBF94D}" type="pres">
      <dgm:prSet presAssocID="{657567E9-D247-4615-B299-D5E52C2E1CD3}" presName="rootConnector" presStyleLbl="node1" presStyleIdx="0" presStyleCnt="1"/>
      <dgm:spPr/>
      <dgm:t>
        <a:bodyPr/>
        <a:lstStyle/>
        <a:p>
          <a:endParaRPr lang="zh-CN" altLang="en-US"/>
        </a:p>
      </dgm:t>
    </dgm:pt>
    <dgm:pt modelId="{1D426D02-5D5D-4B52-A018-62F2F7D9926F}" type="pres">
      <dgm:prSet presAssocID="{657567E9-D247-4615-B299-D5E52C2E1CD3}" presName="childShape" presStyleCnt="0"/>
      <dgm:spPr/>
    </dgm:pt>
    <dgm:pt modelId="{C0DBD2FF-E6E3-4172-83AD-2F30CCCD481F}" type="pres">
      <dgm:prSet presAssocID="{9743BCE6-9DA3-4804-95A9-03A836178159}" presName="Name13" presStyleLbl="parChTrans1D2" presStyleIdx="0" presStyleCnt="4"/>
      <dgm:spPr/>
      <dgm:t>
        <a:bodyPr/>
        <a:lstStyle/>
        <a:p>
          <a:endParaRPr lang="zh-CN" altLang="en-US"/>
        </a:p>
      </dgm:t>
    </dgm:pt>
    <dgm:pt modelId="{010C0447-015F-4B41-A63F-2585573B5376}" type="pres">
      <dgm:prSet presAssocID="{EECB2B89-8676-472D-B377-3D17740D9673}" presName="childText" presStyleLbl="bgAcc1" presStyleIdx="0" presStyleCnt="4" custScaleX="231176" custScaleY="9888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44D2D44-6832-4FE9-822D-3C36D3BD881E}" type="pres">
      <dgm:prSet presAssocID="{2A5D1CAD-4DB1-4783-AB0F-1571F76FBB64}" presName="Name13" presStyleLbl="parChTrans1D2" presStyleIdx="1" presStyleCnt="4"/>
      <dgm:spPr/>
      <dgm:t>
        <a:bodyPr/>
        <a:lstStyle/>
        <a:p>
          <a:endParaRPr lang="zh-CN" altLang="en-US"/>
        </a:p>
      </dgm:t>
    </dgm:pt>
    <dgm:pt modelId="{0504EDCC-B592-435F-85DD-24D60FAA2EA0}" type="pres">
      <dgm:prSet presAssocID="{506C12AA-1F26-4D50-B1C1-DB7930907E2D}" presName="childText" presStyleLbl="bgAcc1" presStyleIdx="1" presStyleCnt="4" custScaleX="228978" custScaleY="9888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2D2048D-0FA9-4A6A-B2AF-91F6B759723D}" type="pres">
      <dgm:prSet presAssocID="{53F05871-A8A7-4778-9C2B-B43E6C0724D6}" presName="Name13" presStyleLbl="parChTrans1D2" presStyleIdx="2" presStyleCnt="4"/>
      <dgm:spPr/>
      <dgm:t>
        <a:bodyPr/>
        <a:lstStyle/>
        <a:p>
          <a:endParaRPr lang="zh-CN" altLang="en-US"/>
        </a:p>
      </dgm:t>
    </dgm:pt>
    <dgm:pt modelId="{876C6212-ECB0-41FA-A4C8-7AA105B1635C}" type="pres">
      <dgm:prSet presAssocID="{7EA96544-C0A2-40DE-918C-6E307BFBE781}" presName="childText" presStyleLbl="bgAcc1" presStyleIdx="2" presStyleCnt="4" custScaleX="228978" custScaleY="9888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7415B7C-2907-43C7-BE34-D4D86BD92070}" type="pres">
      <dgm:prSet presAssocID="{817CD1BC-6B01-4C67-AE7C-AAE928EEB921}" presName="Name13" presStyleLbl="parChTrans1D2" presStyleIdx="3" presStyleCnt="4"/>
      <dgm:spPr/>
      <dgm:t>
        <a:bodyPr/>
        <a:lstStyle/>
        <a:p>
          <a:endParaRPr lang="zh-CN" altLang="en-US"/>
        </a:p>
      </dgm:t>
    </dgm:pt>
    <dgm:pt modelId="{C3CEBEE1-4A3B-4441-8095-9E847C7D53AA}" type="pres">
      <dgm:prSet presAssocID="{3208A7A7-47E1-447C-B8F5-D21CE7949139}" presName="childText" presStyleLbl="bgAcc1" presStyleIdx="3" presStyleCnt="4" custScaleX="22644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7821DC16-9AD2-47F6-9BBC-DCD1FAABF3DC}" type="presOf" srcId="{53F05871-A8A7-4778-9C2B-B43E6C0724D6}" destId="{C2D2048D-0FA9-4A6A-B2AF-91F6B759723D}" srcOrd="0" destOrd="0" presId="urn:microsoft.com/office/officeart/2005/8/layout/hierarchy3"/>
    <dgm:cxn modelId="{DF0C497D-1085-4A53-8BDC-32780C4142BE}" type="presOf" srcId="{3208A7A7-47E1-447C-B8F5-D21CE7949139}" destId="{C3CEBEE1-4A3B-4441-8095-9E847C7D53AA}" srcOrd="0" destOrd="0" presId="urn:microsoft.com/office/officeart/2005/8/layout/hierarchy3"/>
    <dgm:cxn modelId="{CB7A49DA-3F20-4950-AD85-C1D112FDDFA1}" srcId="{657567E9-D247-4615-B299-D5E52C2E1CD3}" destId="{3208A7A7-47E1-447C-B8F5-D21CE7949139}" srcOrd="3" destOrd="0" parTransId="{817CD1BC-6B01-4C67-AE7C-AAE928EEB921}" sibTransId="{9AF1D070-2DDB-44B7-88E9-CE3F2AAD5F6D}"/>
    <dgm:cxn modelId="{AEB4CA8D-BA0D-4B04-9A38-AFDAC44A9E07}" type="presOf" srcId="{EECB2B89-8676-472D-B377-3D17740D9673}" destId="{010C0447-015F-4B41-A63F-2585573B5376}" srcOrd="0" destOrd="0" presId="urn:microsoft.com/office/officeart/2005/8/layout/hierarchy3"/>
    <dgm:cxn modelId="{4751F795-D319-447A-B95F-F971337563F4}" type="presOf" srcId="{657567E9-D247-4615-B299-D5E52C2E1CD3}" destId="{23306AB9-42F6-4109-8579-77D9B663466E}" srcOrd="0" destOrd="0" presId="urn:microsoft.com/office/officeart/2005/8/layout/hierarchy3"/>
    <dgm:cxn modelId="{D2C40261-E663-42E4-B80D-6388D4BB4D65}" type="presOf" srcId="{657567E9-D247-4615-B299-D5E52C2E1CD3}" destId="{7C022C45-8D39-4B2A-9622-E0EF77BBF94D}" srcOrd="1" destOrd="0" presId="urn:microsoft.com/office/officeart/2005/8/layout/hierarchy3"/>
    <dgm:cxn modelId="{D06232E2-AFD5-4D4E-A7B8-595CCD6F3068}" type="presOf" srcId="{506C12AA-1F26-4D50-B1C1-DB7930907E2D}" destId="{0504EDCC-B592-435F-85DD-24D60FAA2EA0}" srcOrd="0" destOrd="0" presId="urn:microsoft.com/office/officeart/2005/8/layout/hierarchy3"/>
    <dgm:cxn modelId="{5AE4DA03-AE3A-498A-890C-3A5971934E65}" type="presOf" srcId="{9743BCE6-9DA3-4804-95A9-03A836178159}" destId="{C0DBD2FF-E6E3-4172-83AD-2F30CCCD481F}" srcOrd="0" destOrd="0" presId="urn:microsoft.com/office/officeart/2005/8/layout/hierarchy3"/>
    <dgm:cxn modelId="{8C60DCF7-2F13-4216-8179-0D949342E2EB}" type="presOf" srcId="{4FD817D4-6AD5-47CD-BF93-431C50933DD1}" destId="{51437127-5181-4660-8EEF-526E9439C282}" srcOrd="0" destOrd="0" presId="urn:microsoft.com/office/officeart/2005/8/layout/hierarchy3"/>
    <dgm:cxn modelId="{D9A79863-83ED-4DF6-A044-C6EC10E2185E}" type="presOf" srcId="{817CD1BC-6B01-4C67-AE7C-AAE928EEB921}" destId="{47415B7C-2907-43C7-BE34-D4D86BD92070}" srcOrd="0" destOrd="0" presId="urn:microsoft.com/office/officeart/2005/8/layout/hierarchy3"/>
    <dgm:cxn modelId="{7C33427B-5A95-4F58-A13A-19DAAB2C93DE}" srcId="{506C12AA-1F26-4D50-B1C1-DB7930907E2D}" destId="{496E6FF1-3A7F-42EA-A8B2-23A67975E380}" srcOrd="1" destOrd="0" parTransId="{0F5471DE-237C-4ABA-8BB0-FE341B5F59F8}" sibTransId="{AE47EB00-3902-423C-8CD0-F37A5FB42628}"/>
    <dgm:cxn modelId="{57BCD52E-C82A-499C-BD48-0D5E0E1BC53E}" type="presOf" srcId="{7AFD9EA3-B742-4104-B010-DFFD40055B0C}" destId="{0504EDCC-B592-435F-85DD-24D60FAA2EA0}" srcOrd="0" destOrd="1" presId="urn:microsoft.com/office/officeart/2005/8/layout/hierarchy3"/>
    <dgm:cxn modelId="{AF4F001D-4EAD-4B0E-98C1-969D42069C7A}" srcId="{506C12AA-1F26-4D50-B1C1-DB7930907E2D}" destId="{7AFD9EA3-B742-4104-B010-DFFD40055B0C}" srcOrd="0" destOrd="0" parTransId="{3C1227EB-59AD-4AAF-A48C-DBA3ECAA7E54}" sibTransId="{5D574FB3-F999-4F07-A2CB-879FB39E4996}"/>
    <dgm:cxn modelId="{BE957BA2-0F03-4A5B-931F-824BAC78A235}" type="presOf" srcId="{2A5D1CAD-4DB1-4783-AB0F-1571F76FBB64}" destId="{744D2D44-6832-4FE9-822D-3C36D3BD881E}" srcOrd="0" destOrd="0" presId="urn:microsoft.com/office/officeart/2005/8/layout/hierarchy3"/>
    <dgm:cxn modelId="{835DC264-C344-4F03-9529-54950248E6C8}" type="presOf" srcId="{496E6FF1-3A7F-42EA-A8B2-23A67975E380}" destId="{0504EDCC-B592-435F-85DD-24D60FAA2EA0}" srcOrd="0" destOrd="2" presId="urn:microsoft.com/office/officeart/2005/8/layout/hierarchy3"/>
    <dgm:cxn modelId="{06937C81-06E0-4188-B571-11B0B4EC01D7}" type="presOf" srcId="{7EA96544-C0A2-40DE-918C-6E307BFBE781}" destId="{876C6212-ECB0-41FA-A4C8-7AA105B1635C}" srcOrd="0" destOrd="0" presId="urn:microsoft.com/office/officeart/2005/8/layout/hierarchy3"/>
    <dgm:cxn modelId="{ACA35B51-FE98-4FCA-AA05-01FC1CCE7E2E}" srcId="{657567E9-D247-4615-B299-D5E52C2E1CD3}" destId="{7EA96544-C0A2-40DE-918C-6E307BFBE781}" srcOrd="2" destOrd="0" parTransId="{53F05871-A8A7-4778-9C2B-B43E6C0724D6}" sibTransId="{783D2E9C-C2AA-45D8-9A25-A6AA28CAB4E7}"/>
    <dgm:cxn modelId="{882257AE-B4A6-437F-9811-94F5DA7F8E11}" srcId="{657567E9-D247-4615-B299-D5E52C2E1CD3}" destId="{EECB2B89-8676-472D-B377-3D17740D9673}" srcOrd="0" destOrd="0" parTransId="{9743BCE6-9DA3-4804-95A9-03A836178159}" sibTransId="{2EAD6D8F-7C38-4B6E-B625-FAF128D90A71}"/>
    <dgm:cxn modelId="{FD6C4201-1C0D-447E-B1C2-12A46DDA61C6}" srcId="{657567E9-D247-4615-B299-D5E52C2E1CD3}" destId="{506C12AA-1F26-4D50-B1C1-DB7930907E2D}" srcOrd="1" destOrd="0" parTransId="{2A5D1CAD-4DB1-4783-AB0F-1571F76FBB64}" sibTransId="{69EBB5B2-B2F5-4A7A-A5EA-2903D7616F3B}"/>
    <dgm:cxn modelId="{8A652D0E-7205-4078-9728-D5A5FE5D13BD}" srcId="{4FD817D4-6AD5-47CD-BF93-431C50933DD1}" destId="{657567E9-D247-4615-B299-D5E52C2E1CD3}" srcOrd="0" destOrd="0" parTransId="{37BB6350-B063-4EB3-97F2-94D10454D6E6}" sibTransId="{9BDB21E6-9DCC-4DDD-A188-C34259E5608B}"/>
    <dgm:cxn modelId="{15B475B2-11C2-48D2-B3B7-BD58317A1B19}" type="presParOf" srcId="{51437127-5181-4660-8EEF-526E9439C282}" destId="{723417B2-8AE7-47EA-AA10-D68AD5CBD677}" srcOrd="0" destOrd="0" presId="urn:microsoft.com/office/officeart/2005/8/layout/hierarchy3"/>
    <dgm:cxn modelId="{FC3A9DEB-1604-4715-BEE8-E5E98D778452}" type="presParOf" srcId="{723417B2-8AE7-47EA-AA10-D68AD5CBD677}" destId="{B548EEE4-75DD-4B77-9E82-2F160048E160}" srcOrd="0" destOrd="0" presId="urn:microsoft.com/office/officeart/2005/8/layout/hierarchy3"/>
    <dgm:cxn modelId="{EC435570-6A82-4DDA-8241-21B801EB217F}" type="presParOf" srcId="{B548EEE4-75DD-4B77-9E82-2F160048E160}" destId="{23306AB9-42F6-4109-8579-77D9B663466E}" srcOrd="0" destOrd="0" presId="urn:microsoft.com/office/officeart/2005/8/layout/hierarchy3"/>
    <dgm:cxn modelId="{AF45650A-AC73-4107-BFC3-FCFE832D3E64}" type="presParOf" srcId="{B548EEE4-75DD-4B77-9E82-2F160048E160}" destId="{7C022C45-8D39-4B2A-9622-E0EF77BBF94D}" srcOrd="1" destOrd="0" presId="urn:microsoft.com/office/officeart/2005/8/layout/hierarchy3"/>
    <dgm:cxn modelId="{11182185-0929-4CB8-B671-ED61F42E45CC}" type="presParOf" srcId="{723417B2-8AE7-47EA-AA10-D68AD5CBD677}" destId="{1D426D02-5D5D-4B52-A018-62F2F7D9926F}" srcOrd="1" destOrd="0" presId="urn:microsoft.com/office/officeart/2005/8/layout/hierarchy3"/>
    <dgm:cxn modelId="{5C54FE8F-2013-4B59-9420-8667D7C65DC7}" type="presParOf" srcId="{1D426D02-5D5D-4B52-A018-62F2F7D9926F}" destId="{C0DBD2FF-E6E3-4172-83AD-2F30CCCD481F}" srcOrd="0" destOrd="0" presId="urn:microsoft.com/office/officeart/2005/8/layout/hierarchy3"/>
    <dgm:cxn modelId="{4CAC61F2-3D0C-464F-9521-BF0357E46F21}" type="presParOf" srcId="{1D426D02-5D5D-4B52-A018-62F2F7D9926F}" destId="{010C0447-015F-4B41-A63F-2585573B5376}" srcOrd="1" destOrd="0" presId="urn:microsoft.com/office/officeart/2005/8/layout/hierarchy3"/>
    <dgm:cxn modelId="{1CCA149E-132A-43A2-9394-EEFC22C6E98B}" type="presParOf" srcId="{1D426D02-5D5D-4B52-A018-62F2F7D9926F}" destId="{744D2D44-6832-4FE9-822D-3C36D3BD881E}" srcOrd="2" destOrd="0" presId="urn:microsoft.com/office/officeart/2005/8/layout/hierarchy3"/>
    <dgm:cxn modelId="{A03679FF-2FF7-45CD-8D14-52417026723C}" type="presParOf" srcId="{1D426D02-5D5D-4B52-A018-62F2F7D9926F}" destId="{0504EDCC-B592-435F-85DD-24D60FAA2EA0}" srcOrd="3" destOrd="0" presId="urn:microsoft.com/office/officeart/2005/8/layout/hierarchy3"/>
    <dgm:cxn modelId="{D6A7F2D4-FBF9-46AE-9B15-DCE256790BF6}" type="presParOf" srcId="{1D426D02-5D5D-4B52-A018-62F2F7D9926F}" destId="{C2D2048D-0FA9-4A6A-B2AF-91F6B759723D}" srcOrd="4" destOrd="0" presId="urn:microsoft.com/office/officeart/2005/8/layout/hierarchy3"/>
    <dgm:cxn modelId="{988F5F79-B70C-4750-971C-F41295786662}" type="presParOf" srcId="{1D426D02-5D5D-4B52-A018-62F2F7D9926F}" destId="{876C6212-ECB0-41FA-A4C8-7AA105B1635C}" srcOrd="5" destOrd="0" presId="urn:microsoft.com/office/officeart/2005/8/layout/hierarchy3"/>
    <dgm:cxn modelId="{610802A7-2FF2-40AE-B061-06588B525B91}" type="presParOf" srcId="{1D426D02-5D5D-4B52-A018-62F2F7D9926F}" destId="{47415B7C-2907-43C7-BE34-D4D86BD92070}" srcOrd="6" destOrd="0" presId="urn:microsoft.com/office/officeart/2005/8/layout/hierarchy3"/>
    <dgm:cxn modelId="{E00D5189-9DED-4E1E-84E1-C71F06588F90}" type="presParOf" srcId="{1D426D02-5D5D-4B52-A018-62F2F7D9926F}" destId="{C3CEBEE1-4A3B-4441-8095-9E847C7D53AA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306AB9-42F6-4109-8579-77D9B663466E}">
      <dsp:nvSpPr>
        <dsp:cNvPr id="0" name=""/>
        <dsp:cNvSpPr/>
      </dsp:nvSpPr>
      <dsp:spPr>
        <a:xfrm>
          <a:off x="407161" y="2164"/>
          <a:ext cx="2443160" cy="7816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/>
            <a:t>张三</a:t>
          </a:r>
          <a:r>
            <a:rPr lang="en-US" altLang="zh-CN" sz="2000" kern="1200" dirty="0"/>
            <a:t>+S2024xxxxx</a:t>
          </a:r>
          <a:endParaRPr lang="zh-CN" altLang="en-US" sz="2000" kern="1200" dirty="0"/>
        </a:p>
      </dsp:txBody>
      <dsp:txXfrm>
        <a:off x="430054" y="25057"/>
        <a:ext cx="2397374" cy="735848"/>
      </dsp:txXfrm>
    </dsp:sp>
    <dsp:sp modelId="{C0DBD2FF-E6E3-4172-83AD-2F30CCCD481F}">
      <dsp:nvSpPr>
        <dsp:cNvPr id="0" name=""/>
        <dsp:cNvSpPr/>
      </dsp:nvSpPr>
      <dsp:spPr>
        <a:xfrm>
          <a:off x="651477" y="783799"/>
          <a:ext cx="244316" cy="5884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8421"/>
              </a:lnTo>
              <a:lnTo>
                <a:pt x="244316" y="588421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0C0447-015F-4B41-A63F-2585573B5376}">
      <dsp:nvSpPr>
        <dsp:cNvPr id="0" name=""/>
        <dsp:cNvSpPr/>
      </dsp:nvSpPr>
      <dsp:spPr>
        <a:xfrm>
          <a:off x="895793" y="981403"/>
          <a:ext cx="2923604" cy="781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/>
            <a:t>算法设计报告</a:t>
          </a:r>
          <a:endParaRPr lang="en-US" altLang="zh-CN" sz="1600" kern="1200" dirty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/>
            <a:t>（</a:t>
          </a:r>
          <a:r>
            <a:rPr lang="en-US" altLang="zh-CN" sz="1600" kern="1200" dirty="0"/>
            <a:t>Word</a:t>
          </a:r>
          <a:r>
            <a:rPr lang="zh-CN" altLang="en-US" sz="1600" kern="1200" dirty="0"/>
            <a:t>或</a:t>
          </a:r>
          <a:r>
            <a:rPr lang="en-US" altLang="zh-CN" sz="1600" kern="1200" dirty="0"/>
            <a:t>pdf</a:t>
          </a:r>
          <a:r>
            <a:rPr lang="zh-CN" altLang="en-US" sz="1600" kern="1200" dirty="0"/>
            <a:t>）</a:t>
          </a:r>
        </a:p>
      </dsp:txBody>
      <dsp:txXfrm>
        <a:off x="918686" y="1004296"/>
        <a:ext cx="2877818" cy="735848"/>
      </dsp:txXfrm>
    </dsp:sp>
    <dsp:sp modelId="{744D2D44-6832-4FE9-822D-3C36D3BD881E}">
      <dsp:nvSpPr>
        <dsp:cNvPr id="0" name=""/>
        <dsp:cNvSpPr/>
      </dsp:nvSpPr>
      <dsp:spPr>
        <a:xfrm>
          <a:off x="651477" y="783799"/>
          <a:ext cx="244316" cy="15676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7660"/>
              </a:lnTo>
              <a:lnTo>
                <a:pt x="244316" y="156766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04EDCC-B592-435F-85DD-24D60FAA2EA0}">
      <dsp:nvSpPr>
        <dsp:cNvPr id="0" name=""/>
        <dsp:cNvSpPr/>
      </dsp:nvSpPr>
      <dsp:spPr>
        <a:xfrm>
          <a:off x="895793" y="1960641"/>
          <a:ext cx="2895806" cy="781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/>
            <a:t>扩增数据集（</a:t>
          </a:r>
          <a:r>
            <a:rPr lang="en-US" altLang="zh-CN" sz="1600" kern="1200" dirty="0"/>
            <a:t>.zip</a:t>
          </a:r>
          <a:r>
            <a:rPr lang="zh-CN" altLang="en-US" sz="1600" kern="1200" dirty="0"/>
            <a:t>或</a:t>
          </a:r>
          <a:r>
            <a:rPr lang="en-US" altLang="zh-CN" sz="1600" kern="1200" dirty="0"/>
            <a:t>.</a:t>
          </a:r>
          <a:r>
            <a:rPr lang="en-US" altLang="zh-CN" sz="1600" kern="1200" dirty="0" err="1"/>
            <a:t>rar</a:t>
          </a:r>
          <a:r>
            <a:rPr lang="zh-CN" altLang="en-US" sz="1600" kern="1200" dirty="0"/>
            <a:t>）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100" kern="1200" dirty="0"/>
            <a:t>图像文件夹（</a:t>
          </a:r>
          <a:r>
            <a:rPr lang="en-US" altLang="zh-CN" sz="1100" kern="1200" dirty="0"/>
            <a:t>.jpg</a:t>
          </a:r>
          <a:r>
            <a:rPr lang="zh-CN" altLang="en-US" sz="1100" kern="1200" dirty="0"/>
            <a:t>或</a:t>
          </a:r>
          <a:r>
            <a:rPr lang="en-US" altLang="zh-CN" sz="1100" kern="1200" dirty="0"/>
            <a:t>.</a:t>
          </a:r>
          <a:r>
            <a:rPr lang="en-US" altLang="zh-CN" sz="1100" kern="1200" dirty="0" err="1"/>
            <a:t>png</a:t>
          </a:r>
          <a:r>
            <a:rPr lang="zh-CN" altLang="en-US" sz="1100" kern="1200" dirty="0"/>
            <a:t>）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100" kern="1200" dirty="0"/>
            <a:t>对应标签文件（</a:t>
          </a:r>
          <a:r>
            <a:rPr lang="en-US" altLang="zh-CN" sz="1100" kern="1200" dirty="0"/>
            <a:t>.txt</a:t>
          </a:r>
          <a:r>
            <a:rPr lang="zh-CN" altLang="en-US" sz="1100" kern="1200" dirty="0"/>
            <a:t>）</a:t>
          </a:r>
        </a:p>
      </dsp:txBody>
      <dsp:txXfrm>
        <a:off x="918686" y="1983534"/>
        <a:ext cx="2850020" cy="735848"/>
      </dsp:txXfrm>
    </dsp:sp>
    <dsp:sp modelId="{C2D2048D-0FA9-4A6A-B2AF-91F6B759723D}">
      <dsp:nvSpPr>
        <dsp:cNvPr id="0" name=""/>
        <dsp:cNvSpPr/>
      </dsp:nvSpPr>
      <dsp:spPr>
        <a:xfrm>
          <a:off x="651477" y="783799"/>
          <a:ext cx="244316" cy="25468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46899"/>
              </a:lnTo>
              <a:lnTo>
                <a:pt x="244316" y="254689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6C6212-ECB0-41FA-A4C8-7AA105B1635C}">
      <dsp:nvSpPr>
        <dsp:cNvPr id="0" name=""/>
        <dsp:cNvSpPr/>
      </dsp:nvSpPr>
      <dsp:spPr>
        <a:xfrm>
          <a:off x="895793" y="2939880"/>
          <a:ext cx="2895806" cy="781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/>
            <a:t>可供测试验证的执行文件</a:t>
          </a:r>
          <a:endParaRPr lang="en-US" altLang="zh-CN" sz="1600" kern="1200" dirty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/>
            <a:t>命名为（</a:t>
          </a:r>
          <a:r>
            <a:rPr lang="en-US" altLang="zh-CN" sz="1600" kern="1200" dirty="0">
              <a:solidFill>
                <a:srgbClr val="FF0000"/>
              </a:solidFill>
            </a:rPr>
            <a:t>test.sh</a:t>
          </a:r>
          <a:r>
            <a:rPr lang="zh-CN" altLang="en-US" sz="1600" kern="1200" dirty="0"/>
            <a:t>）</a:t>
          </a:r>
        </a:p>
      </dsp:txBody>
      <dsp:txXfrm>
        <a:off x="918686" y="2962773"/>
        <a:ext cx="2850020" cy="735848"/>
      </dsp:txXfrm>
    </dsp:sp>
    <dsp:sp modelId="{47415B7C-2907-43C7-BE34-D4D86BD92070}">
      <dsp:nvSpPr>
        <dsp:cNvPr id="0" name=""/>
        <dsp:cNvSpPr/>
      </dsp:nvSpPr>
      <dsp:spPr>
        <a:xfrm>
          <a:off x="651477" y="783799"/>
          <a:ext cx="244316" cy="3530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0528"/>
              </a:lnTo>
              <a:lnTo>
                <a:pt x="244316" y="353052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CEBEE1-4A3B-4441-8095-9E847C7D53AA}">
      <dsp:nvSpPr>
        <dsp:cNvPr id="0" name=""/>
        <dsp:cNvSpPr/>
      </dsp:nvSpPr>
      <dsp:spPr>
        <a:xfrm>
          <a:off x="895793" y="3919119"/>
          <a:ext cx="2863823" cy="7904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/>
            <a:t>识别结果文件</a:t>
          </a:r>
        </a:p>
      </dsp:txBody>
      <dsp:txXfrm>
        <a:off x="918943" y="3942269"/>
        <a:ext cx="2817523" cy="744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68396-4EF0-41DE-B2B4-B030A5EDDC18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51457-D32C-4CFD-8D5E-B054B5BBCC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56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78152-9BA6-4D62-AE05-252D1E0495C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683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36BB9-B16A-4A11-86D8-C7907695E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8E1A75-AD7F-4560-ADEC-BCFF1209F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257260-38F2-4CE6-9EDE-B4810D8A0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74E33-9885-473D-ABE0-EA2BB56FAED3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04CFAA-F287-4FF7-9F10-23400442D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369D0D-4425-488B-B58A-8626F1B3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7F0D-09B0-4A30-9B5D-3540E0738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104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8E44A4-C113-4DD7-ACDE-128B6140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BF7D3-594B-4F50-8245-8CA8BC7EA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24E48-4DA6-4AB4-A2FD-CD0AAEBDC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74E33-9885-473D-ABE0-EA2BB56FAED3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5309F7-3F3B-4A24-8EAD-7C55F1CD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2378EF-EC6F-45B5-B010-AFC55D6F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7F0D-09B0-4A30-9B5D-3540E0738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312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F9EBA-A811-402A-B49F-DEDA5B28F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47CBBB-48EA-4831-B51C-8CE33DC00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AD7B44-83F6-45B7-B8C5-83944B978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74E33-9885-473D-ABE0-EA2BB56FAED3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BAE13F-9175-4CCE-BACA-D6449AE77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82938A-446A-44AD-8262-E7413355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7F0D-09B0-4A30-9B5D-3540E0738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70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A47B2-BB50-490C-9F17-B33D08E56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E46F53-84B6-4584-BBCB-9A0F994E8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3526DD-27CA-4E85-ABA1-B44CF7DC1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B71AAA-9AB0-4971-AC37-610665FB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74E33-9885-473D-ABE0-EA2BB56FAED3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8B45F0-D330-4639-A807-0D65C471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CB72EC-20F6-489D-8949-0C4C4389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7F0D-09B0-4A30-9B5D-3540E0738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870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93452-A4D1-433C-B133-98C12C8BB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E795FD-5D5D-4407-82F4-F0FDDBC65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0E2AB5-AC89-4BEB-8978-5FC3F90B9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B2A994-A964-43A7-9E04-4251E1FDCD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DD63C9-6955-4A76-8664-985EE9BC5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4A9CD3-C75F-4755-823E-9822EF337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74E33-9885-473D-ABE0-EA2BB56FAED3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17890F-C90B-4976-BCB1-B2027C788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E566D27-09BA-49A5-A0BF-E185F636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7F0D-09B0-4A30-9B5D-3540E0738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69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89A56-84A4-4FB4-90C2-49A71B389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423501-3493-4FC9-9905-B2B2980D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74E33-9885-473D-ABE0-EA2BB56FAED3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0CAD95-E9C9-4A94-929E-013CA111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7554C4-7DEC-4E5A-8D6E-6BC564105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7F0D-09B0-4A30-9B5D-3540E0738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765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B945CD-2DC2-4D0B-A18F-B89ADA386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74E33-9885-473D-ABE0-EA2BB56FAED3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C37C71-68A2-4DCF-BF6A-E264AEF9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313D2C-A8B7-4B10-870C-D9505CD5E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7F0D-09B0-4A30-9B5D-3540E0738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393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397FC8-3A5D-4371-ACB1-CE1F1AC38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0D8035-8780-4D4C-BC4F-3E940010C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3E9632-1D4D-405B-AD7B-450035D3E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6B557F-226B-49AA-8E83-0C6B5E5B4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74E33-9885-473D-ABE0-EA2BB56FAED3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F6AE35-1894-4B67-BF4B-204CC7675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337C57-B4A9-43BE-B061-C63524898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7F0D-09B0-4A30-9B5D-3540E0738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68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40CD6C-4799-4C77-9BB0-02E0E2BE6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78AA21-863C-4932-BAEF-E3DDD2A3C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B8D4E5-D78D-454C-86D7-BE8B7A724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476534-249E-4766-A2EE-CA5C12899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74E33-9885-473D-ABE0-EA2BB56FAED3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987C0-AE46-4FDF-894B-D21F06DAD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263D6C-14B1-4E86-9019-A4F197AF2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7F0D-09B0-4A30-9B5D-3540E0738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77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B1DFE-6185-49C6-B0C5-072668773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0ED373-4376-471D-9E4B-794CBF155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0DF2E2-6007-4274-BC0E-0948256F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74E33-9885-473D-ABE0-EA2BB56FAED3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7E50C7-A6A0-4E1B-9885-B4459D776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F9CB62-EF00-44C8-84ED-915E67D0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7F0D-09B0-4A30-9B5D-3540E0738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023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839A9E-6825-4B8A-A944-8AE60AD74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389C48-710B-42AD-B811-76AC80A56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5A0497-28B3-428D-B59B-2B8F38721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74E33-9885-473D-ABE0-EA2BB56FAED3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386B1-21DE-45A4-A588-69E5D571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74B3BE-DABF-44DC-B2D0-E77B554B2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7F0D-09B0-4A30-9B5D-3540E0738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400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AF0214-9F0D-489E-8A9D-1640CF1C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9D040D-51C3-468D-9018-54E3C8DF6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6DEA39-FF0E-421A-B791-7C2EE8881D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74E33-9885-473D-ABE0-EA2BB56FAED3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6F143A-0F24-4817-9D0D-E937BC144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92958B-8DBB-4F55-971D-36618DD60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77F0D-09B0-4A30-9B5D-3540E0738B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39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pan.baidu.com/disk/main#/transfer/send?surl=ABcAAAAAABQBZA" TargetMode="Externa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hyperlink" Target="https://pan.baidu.com/s/1uacN-_gexPi-4Qu0C12A_g?pwd=sxq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870A68-C965-41F3-B326-56E4955C0C17}"/>
              </a:ext>
            </a:extLst>
          </p:cNvPr>
          <p:cNvSpPr txBox="1"/>
          <p:nvPr/>
        </p:nvSpPr>
        <p:spPr>
          <a:xfrm>
            <a:off x="208336" y="156409"/>
            <a:ext cx="8148384" cy="459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任务名称：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基于生成模型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的小样本图像目标识别任务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任务描述：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生成模型（任选其一）完成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以下数据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集的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图像识别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任务：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  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使用变分自编码器（</a:t>
            </a:r>
            <a:r>
              <a:rPr lang="en-US" altLang="zh-CN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VAE</a:t>
            </a:r>
            <a:r>
              <a:rPr lang="zh-CN" altLang="en-US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）对</a:t>
            </a:r>
            <a:r>
              <a:rPr lang="zh-CN" altLang="en-US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原有数据进行数据扩增，</a:t>
            </a:r>
            <a:r>
              <a:rPr lang="zh-CN" altLang="en-US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并基于扩</a:t>
            </a:r>
            <a:r>
              <a:rPr lang="en-US" altLang="zh-CN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     </a:t>
            </a:r>
            <a:r>
              <a:rPr lang="zh-CN" altLang="en-US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充数据集训练目标检测网络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  2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使用生成对抗网络（</a:t>
            </a:r>
            <a:r>
              <a:rPr lang="en-US" altLang="zh-CN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GAN</a:t>
            </a:r>
            <a:r>
              <a:rPr lang="zh-CN" altLang="en-US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）对原有数据进行数据扩增，并基于扩</a:t>
            </a:r>
            <a:r>
              <a:rPr lang="en-US" altLang="zh-CN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     </a:t>
            </a:r>
            <a:r>
              <a:rPr lang="zh-CN" altLang="en-US" b="1" dirty="0" smtClean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充数据集训练目标检测网络</a:t>
            </a:r>
            <a:endParaRPr lang="en-US" altLang="zh-CN" b="1" dirty="0" smtClean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时长：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7-9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周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结果提交截止日期：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周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日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下午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16:00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结果提交格式：压缩文件（命名规则：姓名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学号）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结果提交链接：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3"/>
              </a:rPr>
              <a:t>https://pan.baidu.com/disk/main#/</a:t>
            </a:r>
            <a:r>
              <a:rPr lang="en-US" altLang="zh-CN" sz="1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3"/>
              </a:rPr>
              <a:t>transfer/send?surl=ABcAAAAAABQBZA</a:t>
            </a:r>
            <a:endParaRPr lang="en-US" altLang="zh-CN" sz="14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形式：测试精度排名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设计报告撰写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评分标准：测试精度排名得分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*0.2+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设计报告得分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*0.8</a:t>
            </a:r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5B84E8BB-70DC-42E5-87C5-2E9768CDE2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5196724"/>
              </p:ext>
            </p:extLst>
          </p:nvPr>
        </p:nvGraphicFramePr>
        <p:xfrm>
          <a:off x="7757104" y="156409"/>
          <a:ext cx="4226560" cy="4711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770C4B0C-F450-4F20-A8BE-F15B5B2800A2}"/>
              </a:ext>
            </a:extLst>
          </p:cNvPr>
          <p:cNvSpPr txBox="1"/>
          <p:nvPr/>
        </p:nvSpPr>
        <p:spPr>
          <a:xfrm>
            <a:off x="208336" y="4571223"/>
            <a:ext cx="1112181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杜绝任何形式的抄袭、作弊行为，一经发现分数为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、提交的成果需注明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选择任务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任务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，未注明会影响成绩。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、因为采用批启动的方式进行算法验证，提交的测试验证的执行文件请严格按照命名规则进行命名。否则会影响最终成绩。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、分类结果文件按照模板填写，否则会影响成绩。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、数据集链接：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集：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hlinkClick r:id="rId9"/>
              </a:rPr>
              <a:t>https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hlinkClick r:id="rId9"/>
              </a:rPr>
              <a:t>://pan.baidu.com/s/1uacN-_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hlinkClick r:id="rId9"/>
              </a:rPr>
              <a:t>gexPi-4Qu0C12A_g?pwd=sxq3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提取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 sxq3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、实现语言不限。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6A2619-DC7D-4969-B51B-76CD80291B0B}"/>
              </a:ext>
            </a:extLst>
          </p:cNvPr>
          <p:cNvSpPr txBox="1"/>
          <p:nvPr/>
        </p:nvSpPr>
        <p:spPr>
          <a:xfrm>
            <a:off x="9070357" y="4946352"/>
            <a:ext cx="2215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结果提交格式</a:t>
            </a:r>
          </a:p>
        </p:txBody>
      </p:sp>
    </p:spTree>
    <p:extLst>
      <p:ext uri="{BB962C8B-B14F-4D97-AF65-F5344CB8AC3E}">
        <p14:creationId xmlns:p14="http://schemas.microsoft.com/office/powerpoint/2010/main" val="1140268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200</Words>
  <Application>Microsoft Office PowerPoint</Application>
  <PresentationFormat>宽屏</PresentationFormat>
  <Paragraphs>30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润石</dc:creator>
  <cp:lastModifiedBy>mjq</cp:lastModifiedBy>
  <cp:revision>7</cp:revision>
  <dcterms:created xsi:type="dcterms:W3CDTF">2024-12-11T01:40:42Z</dcterms:created>
  <dcterms:modified xsi:type="dcterms:W3CDTF">2025-10-20T12:33:03Z</dcterms:modified>
</cp:coreProperties>
</file>